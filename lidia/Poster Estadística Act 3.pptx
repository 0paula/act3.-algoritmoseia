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  <p:sldId id="259" r:id="rId6"/>
    <p:sldId id="260" r:id="rId7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11"/>
    <p:restoredTop sz="94703"/>
  </p:normalViewPr>
  <p:slideViewPr>
    <p:cSldViewPr snapToGrid="0">
      <p:cViewPr>
        <p:scale>
          <a:sx n="60" d="100"/>
          <a:sy n="60" d="100"/>
        </p:scale>
        <p:origin x="24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23/01/2026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i="1">
                  <a:solidFill>
                    <a:schemeClr val="tx1"/>
                  </a:solidFill>
                </a:rPr>
                <a:t>Este estudio busca clasificar a los pacientes según su perfil de expresión génica y estado metabólico mediante técnicas de reducción dimensional. Esta metodología permite identificar biomarcadores asociados al riesgo de metástasis, facilitando el desarrollo de estrategias diagnósticas personalizadas que optimicen el manejo clínico y la estratificación de la población.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1992925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Descripción de la metodología aplicada 4-5 líneas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" sz="4000" b="1">
                <a:solidFill>
                  <a:schemeClr val="bg1"/>
                </a:solidFill>
              </a:rPr>
              <a:t>Proyecto Transversal en R (I): Análisis de bioestadística aplicada a la expresión génica en Los Simpson</a:t>
            </a:r>
            <a:endParaRPr lang="es-ES_tradnl" sz="4000" b="1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" sz="2800" b="1" i="1">
                <a:solidFill>
                  <a:schemeClr val="bg1"/>
                </a:solidFill>
              </a:rPr>
              <a:t>Estadística y R para Ciencias de la Salud</a:t>
            </a:r>
            <a:endParaRPr lang="es-ES_tradnl" sz="3600" b="1" i="1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>
                <a:solidFill>
                  <a:schemeClr val="bg1"/>
                </a:solidFill>
              </a:rPr>
              <a:t>Paula Sánchez Álvarez, Lidia Conde Matos, Lucía Martínez Garrido, Marina Monzo Gallego, Maria Elena Martínez Garrido, Miguel Grande Falceto, Nuria Fernández Pérez</a:t>
            </a:r>
            <a:endParaRPr lang="es-ES_tradnl" sz="2000" b="1" i="1" dirty="0">
              <a:solidFill>
                <a:schemeClr val="bg1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7596" y="17303689"/>
            <a:ext cx="9095800" cy="3844742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Interpretación de resultados, posibles relaciones si aplica, etc.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Resumen principal de hallazgos y limitaciones del análisis si aplica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00673" y="8127402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Distribución de individuos en las dos primeras componentes principales (PCA) coloreados por categoría de IMC.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483088" y="12710097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Clustering de las variables génicas basada en sus coordenadas en el análisis de componentes principales.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id="{A5674FB9-8324-DF2F-A950-34B0495EFB78}"/>
              </a:ext>
            </a:extLst>
          </p:cNvPr>
          <p:cNvSpPr/>
          <p:nvPr/>
        </p:nvSpPr>
        <p:spPr>
          <a:xfrm>
            <a:off x="7688629" y="8127402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3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Heatmap de las correlaciones de Spearman entre las variables génicas y las componentes principales.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A183F86-D7DD-502A-D747-5A5FBDC12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785" y="8990048"/>
            <a:ext cx="3970783" cy="340352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A8E1970-B66C-7036-7EB4-94101F925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889" y="9247101"/>
            <a:ext cx="5291234" cy="587914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63E81AC-6E62-3552-B12E-B7CFBD3B9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782" y="13500502"/>
            <a:ext cx="3970783" cy="340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CFC6D78-4336-6694-80D8-E4D16D18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32" y="4000859"/>
            <a:ext cx="6400800" cy="5486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9C31BE-A109-546F-614D-2A663828D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75" y="3857875"/>
            <a:ext cx="6400800" cy="5486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F0C673-0ED0-39C2-3E67-226314319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32" y="9921791"/>
            <a:ext cx="6400800" cy="5486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C19C126-68B2-C4D8-72A4-5D649CDE2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32" y="9600948"/>
            <a:ext cx="6400800" cy="5486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B39942-B5D9-5E96-BAD1-ED75E98C5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11" y="15408191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6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4177D0B-7FAF-B0E1-A6AE-38A30851A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39" y="8076949"/>
            <a:ext cx="8229600" cy="9144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EF7FBA-C52E-7C9A-B15E-84E0D743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11" y="11718507"/>
            <a:ext cx="82296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85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Props1.xml><?xml version="1.0" encoding="utf-8"?>
<ds:datastoreItem xmlns:ds="http://schemas.openxmlformats.org/officeDocument/2006/customXml" ds:itemID="{F0E4AC05-6E48-496A-9B4A-D9E0A4517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A9EA36-75B9-47E0-B3F6-D548E75A2A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FF8D81-72FC-452A-A72A-98522D59D5C9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197</Words>
  <Application>Microsoft Office PowerPoint</Application>
  <PresentationFormat>Personalizado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Lidia Conde Matos</cp:lastModifiedBy>
  <cp:revision>14</cp:revision>
  <dcterms:created xsi:type="dcterms:W3CDTF">2025-04-21T10:03:24Z</dcterms:created>
  <dcterms:modified xsi:type="dcterms:W3CDTF">2026-01-23T18:43:52Z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